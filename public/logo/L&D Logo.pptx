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1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0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3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6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7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6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8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6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6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96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2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E8349-027F-4BAC-A8E6-563D30FBC00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B576C-4F4E-4542-B276-F11C24AD0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4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jpeg">
            <a:extLst>
              <a:ext uri="{FF2B5EF4-FFF2-40B4-BE49-F238E27FC236}">
                <a16:creationId xmlns:a16="http://schemas.microsoft.com/office/drawing/2014/main" id="{1963A25A-4FA2-4299-A829-148024B27F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573" y="0"/>
            <a:ext cx="6674651" cy="23730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796" y="4229385"/>
            <a:ext cx="6498428" cy="23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9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Asad Hameed</dc:creator>
  <cp:lastModifiedBy>Asad Hameed</cp:lastModifiedBy>
  <cp:revision>1</cp:revision>
  <dcterms:created xsi:type="dcterms:W3CDTF">2025-05-26T12:38:16Z</dcterms:created>
  <dcterms:modified xsi:type="dcterms:W3CDTF">2025-05-26T12:40:02Z</dcterms:modified>
</cp:coreProperties>
</file>